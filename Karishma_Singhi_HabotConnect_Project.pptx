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Cloud and DevOps Automation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Junior Cloud &amp; DevOps Engineer Hiring Project</a:t>
            </a:r>
          </a:p>
          <a:p>
            <a:pPr>
              <a:defRPr sz="2200"/>
            </a:pPr>
            <a:r>
              <a:t>Candidate: Karishma Singhi</a:t>
            </a:r>
          </a:p>
          <a:p>
            <a:pPr>
              <a:defRPr sz="2200"/>
            </a:pPr>
            <a:r>
              <a:t>Email: karishmasinghi184@gmail.com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Critical staging incident:</a:t>
            </a:r>
          </a:p>
          <a:p>
            <a:pPr>
              <a:defRPr sz="2200"/>
            </a:pPr>
            <a:r>
              <a:t>• Hardcoded API credentials in application code</a:t>
            </a:r>
          </a:p>
          <a:p>
            <a:pPr>
              <a:defRPr sz="2200"/>
            </a:pPr>
            <a:r>
              <a:t>• Schema mismatch affecting downstream analytics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Objective: replace manual trust with automated, fail-closed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Poka-Yoke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Every change is checked automatically.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Infrastructure valid? Code formatted? Lint clean? Secrets absent? Schema valid?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Any required No = stop progression.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Developer Commit → Automated Gates → All Gates Pass? → Deployment Eligibility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Django Validation → D0 GCS Raw Landing → Controlled Processing → D1 BigQuery → Authorized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D0 Raw Landing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Uniform bucket-level access</a:t>
            </a:r>
          </a:p>
          <a:p>
            <a:pPr>
              <a:defRPr sz="2200"/>
            </a:pPr>
            <a:r>
              <a:t>• Public access prevention</a:t>
            </a:r>
          </a:p>
          <a:p>
            <a:pPr>
              <a:defRPr sz="2200"/>
            </a:pPr>
            <a:r>
              <a:t>• Versioning</a:t>
            </a:r>
          </a:p>
          <a:p>
            <a:pPr>
              <a:defRPr sz="2200"/>
            </a:pPr>
            <a:r>
              <a:t>• Lifecycle rule</a:t>
            </a:r>
          </a:p>
          <a:p>
            <a:pPr>
              <a:defRPr sz="2200"/>
            </a:pPr>
            <a:r>
              <a:t>• Terraform-managed configuration</a:t>
            </a:r>
          </a:p>
          <a:p>
            <a:pPr>
              <a:defRPr sz="2200"/>
            </a:pPr>
            <a:r>
              <a:t>• Dedicated ingestion identity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D1 Staged and Enforced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Explicit BigQuery schema</a:t>
            </a:r>
          </a:p>
          <a:p>
            <a:pPr>
              <a:defRPr sz="2200"/>
            </a:pPr>
            <a:r>
              <a:t>• Required fields</a:t>
            </a:r>
          </a:p>
          <a:p>
            <a:pPr>
              <a:defRPr sz="2200"/>
            </a:pPr>
            <a:r>
              <a:t>• Controlled analytics access</a:t>
            </a:r>
          </a:p>
          <a:p>
            <a:pPr>
              <a:defRPr sz="2200"/>
            </a:pPr>
            <a:r>
              <a:t>• Dataset IAM</a:t>
            </a:r>
          </a:p>
          <a:p>
            <a:pPr>
              <a:defRPr sz="2200"/>
            </a:pPr>
            <a:r>
              <a:t>• Row-level security policy template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Least Privilege IAM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Ingestion: storage.objectCreator</a:t>
            </a:r>
          </a:p>
          <a:p>
            <a:pPr>
              <a:defRPr sz="2200"/>
            </a:pPr>
            <a:r>
              <a:t>Analytics: storage.objectViewer / BigQuery dataViewer as required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Avoid broad Owner or Editor permissions for routine workflows.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Row-Level Security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Access should be based on an approved identity-to-data authorization model.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Row access policies restrict query results to authorized records.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Fail-Closed CI/CD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Terraform format and validation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Python formatting and linting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Secret detection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Infrastructure security scan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Django validation tests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Only then: deployment eligibility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Secret Detection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Example prohibited pattern:</a:t>
            </a:r>
          </a:p>
          <a:p>
            <a:pPr>
              <a:defRPr sz="2200"/>
            </a:pPr>
            <a:r>
              <a:t>API_KEY="DEMONSTRATION_SECRET_VALUE"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Detection → exit code 1 → job fails → deployment eligibility does not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Formatting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terraform fmt -check -recursive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Formatting error → validation job fails → downstream deployment eligibility is blocked.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DCYN Logic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Every field has a deterministic Yes or No rule.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Yes → Continue</a:t>
            </a:r>
          </a:p>
          <a:p>
            <a:pPr>
              <a:defRPr sz="2200"/>
            </a:pPr>
            <a:r>
              <a:t>No → Reject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No subjective reviewer decision is required.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Django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Exact student identifier pattern</a:t>
            </a:r>
          </a:p>
          <a:p>
            <a:pPr>
              <a:defRPr sz="2200"/>
            </a:pPr>
            <a:r>
              <a:t>Name length and character rules</a:t>
            </a:r>
          </a:p>
          <a:p>
            <a:pPr>
              <a:defRPr sz="2200"/>
            </a:pPr>
            <a:r>
              <a:t>Email and phone validation</a:t>
            </a:r>
          </a:p>
          <a:p>
            <a:pPr>
              <a:defRPr sz="2200"/>
            </a:pPr>
            <a:r>
              <a:t>Past date requirement</a:t>
            </a:r>
          </a:p>
          <a:p>
            <a:pPr>
              <a:defRPr sz="2200"/>
            </a:pPr>
            <a:r>
              <a:t>Boolean values</a:t>
            </a:r>
          </a:p>
          <a:p>
            <a:pPr>
              <a:defRPr sz="2200"/>
            </a:pPr>
            <a:r>
              <a:t>Explicit consent</a:t>
            </a:r>
          </a:p>
          <a:p>
            <a:pPr>
              <a:defRPr sz="2200"/>
            </a:pPr>
            <a:r>
              <a:t>Approved region values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Show:</a:t>
            </a:r>
          </a:p>
          <a:p>
            <a:pPr>
              <a:defRPr sz="2200"/>
            </a:pPr>
            <a:r>
              <a:t>1. Successful clean workflow</a:t>
            </a:r>
          </a:p>
          <a:p>
            <a:pPr>
              <a:defRPr sz="2200"/>
            </a:pPr>
            <a:r>
              <a:t>2. Formatting failure</a:t>
            </a:r>
          </a:p>
          <a:p>
            <a:pPr>
              <a:defRPr sz="2200"/>
            </a:pPr>
            <a:r>
              <a:t>3. Fake-secret detection failure</a:t>
            </a:r>
          </a:p>
          <a:p>
            <a:pPr>
              <a:defRPr sz="2200"/>
            </a:pPr>
            <a:r>
              <a:t>4. Invalid payload rejection</a:t>
            </a:r>
          </a:p>
          <a:p>
            <a:pPr>
              <a:defRPr sz="2200"/>
            </a:pPr>
            <a:r>
              <a:t>5. Corrected commit passing all gates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Terraform-managed data layers</a:t>
            </a:r>
          </a:p>
          <a:p>
            <a:pPr>
              <a:defRPr sz="2200"/>
            </a:pPr>
            <a:r>
              <a:t>Least privilege IAM</a:t>
            </a:r>
          </a:p>
          <a:p>
            <a:pPr>
              <a:defRPr sz="2200"/>
            </a:pPr>
            <a:r>
              <a:t>Fail-closed CI/CD</a:t>
            </a:r>
          </a:p>
          <a:p>
            <a:pPr>
              <a:defRPr sz="2200"/>
            </a:pPr>
            <a:r>
              <a:t>Secret and security scanning</a:t>
            </a:r>
          </a:p>
          <a:p>
            <a:pPr>
              <a:defRPr sz="2200"/>
            </a:pPr>
            <a:r>
              <a:t>Deterministic schema validation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Invalid changes are automatically blocked before deployment eligibility.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